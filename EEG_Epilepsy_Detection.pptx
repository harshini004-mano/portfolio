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EEG-Based Epilepsy Detection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Machine Learning </a:t>
            </a:r>
            <a:endParaRPr lang="en-IN" dirty="0"/>
          </a:p>
          <a:p>
            <a:pPr marL="0" indent="0">
              <a:buNone/>
            </a:pPr>
            <a:r>
              <a:rPr dirty="0"/>
              <a:t>• EEG Analysis </a:t>
            </a:r>
            <a:endParaRPr lang="en-IN" dirty="0"/>
          </a:p>
          <a:p>
            <a:pPr marL="0" indent="0">
              <a:buNone/>
            </a:pPr>
            <a:r>
              <a:rPr dirty="0"/>
              <a:t>• SHAP </a:t>
            </a:r>
            <a:endParaRPr lang="en-IN" dirty="0"/>
          </a:p>
          <a:p>
            <a:pPr marL="0" indent="0">
              <a:buNone/>
            </a:pPr>
            <a:r>
              <a:rPr dirty="0"/>
              <a:t>• Flask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automated seizure detection</a:t>
            </a:r>
          </a:p>
          <a:p>
            <a:r>
              <a:t>Importance of ML in clinical diagnosis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EEG analysis is slow and prone to error</a:t>
            </a:r>
          </a:p>
          <a:p>
            <a:r>
              <a:t>Need for accurate, real-time epilepsy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CHB-MIT Scalp EEG Dataset</a:t>
            </a:r>
          </a:p>
          <a:p>
            <a:r>
              <a:t>Multi-channel EEG data from epilepsy patients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Filtering, artifact removal (ICA), normalization</a:t>
            </a:r>
          </a:p>
          <a:p>
            <a:r>
              <a:t>Segmentation into fixed-length windows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Time-domain, frequency-domain, entropy</a:t>
            </a:r>
          </a:p>
          <a:p>
            <a:r>
              <a:t>Wavelet coefficients for better signal representation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Removing redundant/noisy features</a:t>
            </a:r>
          </a:p>
          <a:p>
            <a:r>
              <a:t>Improving model efficiency and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Forest, SVM, CNN models</a:t>
            </a:r>
          </a:p>
          <a:p>
            <a:r>
              <a:t>Hybrid deep learning + ML approach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Train/validation/test split</a:t>
            </a:r>
          </a:p>
          <a:p>
            <a:r>
              <a:t>Cross‑validation for robustness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 Accuracy, Precision, Recall, F1-score, AUC</a:t>
            </a:r>
          </a:p>
          <a:p>
            <a:r>
              <a:t>Confusion matrix for visual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SHAP visualizations for interpretability</a:t>
            </a:r>
          </a:p>
          <a:p>
            <a:r>
              <a:t>Identifying most influential EEG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Flask Web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Flask-based interface for prediction</a:t>
            </a:r>
          </a:p>
          <a:p>
            <a:r>
              <a:t>User uploads EEG data and receives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accuracy seizure classification</a:t>
            </a:r>
          </a:p>
          <a:p>
            <a:r>
              <a:t>Clear feature importance explanations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Reliable, interpretable system for clinical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with wearable EEG devices</a:t>
            </a:r>
          </a:p>
          <a:p>
            <a:r>
              <a:t>Real-time monitoring and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198</Words>
  <Application>Microsoft Office PowerPoint</Application>
  <PresentationFormat>On-screen Show (4:3)</PresentationFormat>
  <Paragraphs>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EEG-Based Epilepsy Detection System</vt:lpstr>
      <vt:lpstr>Introduction</vt:lpstr>
      <vt:lpstr>Problem Statement</vt:lpstr>
      <vt:lpstr>Dataset Description</vt:lpstr>
      <vt:lpstr>Data Preprocessing</vt:lpstr>
      <vt:lpstr>Feature Extraction</vt:lpstr>
      <vt:lpstr>Feature Selection</vt:lpstr>
      <vt:lpstr>Model Development</vt:lpstr>
      <vt:lpstr>Model Training &amp; Optimization</vt:lpstr>
      <vt:lpstr>Model Evaluation</vt:lpstr>
      <vt:lpstr>SHAP Explainability</vt:lpstr>
      <vt:lpstr>Flask Web Deployment</vt:lpstr>
      <vt:lpstr>Results &amp; Discussion</vt:lpstr>
      <vt:lpstr>Conclusion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harshini manoharan</cp:lastModifiedBy>
  <cp:revision>2</cp:revision>
  <dcterms:created xsi:type="dcterms:W3CDTF">2013-01-27T09:14:16Z</dcterms:created>
  <dcterms:modified xsi:type="dcterms:W3CDTF">2025-12-12T09:17:21Z</dcterms:modified>
  <cp:category/>
</cp:coreProperties>
</file>