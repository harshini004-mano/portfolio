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Sign Language Recognition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Machine Learning project that detects ASL letters and numbers using a webcam.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ASL helps communicate non-verbally. Automating ASL detection improves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people struggle to understand sign language, limiting communication.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real-time ASL detector supporting A–Z and 0–9 signs.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TensorFlow/Keras, OpenCV, NumPy.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ASL hand signs dataset containing images for each alphabet and digit.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model trained to classify hand gestures.</a:t>
            </a:r>
          </a:p>
          <a:p>
            <a:r>
              <a:t>Input: 64x64 images.</a:t>
            </a:r>
          </a:p>
          <a:p>
            <a:r>
              <a:t>Output: 29–39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preprocessing, training, validation, and tuning the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image → Preprocess → Predict → Display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Webcam Prediction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OpenCV to capture frames and model.predict() for classification.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predicts letters/numbers in real-time with good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lighting, background noise, and hand variations affect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more gestures, improve dataset, create a mobile app version.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ASL recognition system successfully identifies hand gestures using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</Words>
  <Application>Microsoft Office PowerPoint</Application>
  <PresentationFormat>On-screen Show (4:3)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Sign Language Recognition Project</vt:lpstr>
      <vt:lpstr>Introduction</vt:lpstr>
      <vt:lpstr>Problem Statement</vt:lpstr>
      <vt:lpstr>Objective</vt:lpstr>
      <vt:lpstr>Technologies Used</vt:lpstr>
      <vt:lpstr>Dataset Description</vt:lpstr>
      <vt:lpstr>Model Architecture</vt:lpstr>
      <vt:lpstr>Training Process</vt:lpstr>
      <vt:lpstr>System Workflow</vt:lpstr>
      <vt:lpstr>Webcam Prediction Module</vt:lpstr>
      <vt:lpstr>Results &amp; Accuracy</vt:lpstr>
      <vt:lpstr>Challenges Faced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harshini manoharan</cp:lastModifiedBy>
  <cp:revision>2</cp:revision>
  <dcterms:created xsi:type="dcterms:W3CDTF">2013-01-27T09:14:16Z</dcterms:created>
  <dcterms:modified xsi:type="dcterms:W3CDTF">2025-12-12T09:13:22Z</dcterms:modified>
  <cp:category/>
</cp:coreProperties>
</file>